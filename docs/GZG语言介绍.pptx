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GZG 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一门中英双语的解释型脚本语言：设计、实现、测试与 AI 辅助开发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404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C8D6EA"/>
                </a:solidFill>
                <a:latin typeface="Microsoft YaHei"/>
                <a:ea typeface="Microsoft YaHei"/>
                <a:cs typeface="Microsoft YaHei"/>
              </a:rPr>
              <a:t>郭志罡 · 2024210937 · 程序设计实践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6692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D6EA"/>
                </a:solidFill>
                <a:latin typeface="Microsoft YaHei"/>
                <a:ea typeface="Microsoft YaHei"/>
                <a:cs typeface="Microsoft YaHei"/>
              </a:rPr>
              <a:t>C99 字节码虚拟机  ·  7,897 行解释器  ·  327 个黑盒测试  ·  Agent 开发的 2048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一页看懂 GZG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四项任务的交付物与关键数字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语言与解释器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中英双语关键字、自动分号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插值、match、管道、命名参数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结构体、闭包、异常、模块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C99 实现，7,897 行，零依赖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自动化测试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327 个黑盒测试，20 个分类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运行器本身用 GZG 编写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一个命令：gzg tests/run_tests.gzg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GC 压力模式 + gcov 覆盖率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9 组同功能 GZG / Python 脚本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几何平均快 1.44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8 胜 1 负，负项有根因分析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输出逐字校验一致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文档与 AI 开发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语法规则（含 EBNF）+ 开发指南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Claude Code Skill + AGENTS.md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新 Agent 仅凭文档写出 2048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开发记录反哺文档改进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设计目标与取舍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像 Python 一样好写，像 Rust/Go 一样严谨，对中文用户和 AI 友好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54480"/>
          <a:ext cx="11155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937760"/>
                <a:gridCol w="47548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取舍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换行即语句结束、动态类型、插值、Python 式真值与整除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 { } 分块而不是缩进：复制粘贴、AI 生成都不怕缩进错乱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早报错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变量必须先 let；结构体字段封闭；字典缺键报错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 Python/JS 严格，但拼写错误在第一次运行就暴露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中文友好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中英双语关键字；中文错误信息；全角符号检测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中文关键字与标识符之间须有空格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 AI 友好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“你是不是想写 xxx”建议；append→push 等跨语言对照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额外维护一张对照表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够快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单遍编译成字节码；computed goto；局部变量用栈槽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不做 AST 优化与 JIT，保持实现可讲清楚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语法速览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一段代码看完主要语法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6766560" cy="48463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64922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struct Point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x, y = 0                      # 字段与默认值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fn len() =&gt; sqrt(self.x ** 2 + self.y ** 2)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fn to_str() =&gt; "({self.x}, {self.y})"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scale(p, k = 2) =&gt; Point(p.x * k, p.y * k)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pts = [Point(3, 4), Point(y: 1, x: 2)]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for i, p in pts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print("{i}: {p} 长度 {fmt(p.len(), 2)}")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big = pts.filter(fn(p) =&gt; p.len() &gt; 3)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total = pts |&gt; (fn(a) =&gt; a.map(fn(p) =&gt; p.x).sum())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try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let m = {name: "GZG"}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print(m.name, m["age"])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 catch e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print("出错：{e}")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554480"/>
            <a:ext cx="42062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变量 let / 常量 const，块作用域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fn 定义函数，=&gt; 单表达式函数体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默认参数每次调用重新求值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命名参数 Point(y: 1, x: 2)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for 支持区间、数组、字符串、字典，可同时取下标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"{表达式}" 字符串插值，可嵌套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|&gt; 管道：x |&gt; f(a) 即 f(x, a)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try / catch / throw 可抛任意值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/ 总是浮点除法，// 整除向下取整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特色一：中英双语 + 会“纠错”的报错信息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关键字两套写法完全等价；错误信息给出位置、原因和修改建议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394960" cy="23774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结构 学生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姓名, 分数 = 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函数 及格() =&gt; 自身.分数 &gt;= 60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令 名单 = [学生("小红", 95), 学生("小明", 52)]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遍历 生 在 名单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如果 非 生.及格() { 打印("{生.姓名} 需补考") 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486400" cy="23774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2120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demo.gzg:2:11: 语法错误: 实参列表缺少 ')'（在 'b' 处）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2 | print(a b)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|         ^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运行错误: array 类型没有方法 'append'，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   你是不是想写 'push'？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调用栈（最近的调用在最后）: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demo.gzg:7  &lt;主程序&gt;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demo.gzg:3  add_item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25 个关键字各有中文写法（如果/否则/遍历/函数/结构/匹配/尝试/捕获…），常用内建函数有中文别名（打印、输入、长度）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拼写建议：未定义的变量 / 字段 / 方法 / 参数名，用编辑距离在可见名字里找最接近的一个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跨语言对照：append→push、startswith→starts_with、None→nil、this→self 等 30 余条，专门照顾 Python/JS 习惯（也包括 AI）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全角符号检测：中文输入法打出的（，；：会被拒绝并提示改为半角，避免“看不见的错误”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特色二：模式匹配、管道、命名与默认参数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level = match score {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90..=100 =&gt; "A",          # 闭区间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80..90   =&gt; "B",          # 左闭右开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0, 1, 2  =&gt; "几乎零分",   # 多个值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if score &lt; 0 =&gt; "非法", # 守卫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=&gt; "C",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match cmd {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"q" =&gt; break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n if n.is_digit() =&gt; jump(int(n))  # 绑定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=&gt; print("未知命令")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39496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8016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top(xs, n = 3) =&gt; xs.sorted(fn(x) =&gt; -x)[:n]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mean(xs) =&gt; xs.sum() / len(xs)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print(scores |&gt; top |&gt; mean)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print(scores |&gt; top(5) |&gt; mean)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connect(host, port = 80, timeout = 5) { ... }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connect("gzg.dev", timeout: 30)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Point(y: 2, x: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111556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match 支持字面量、多值、区间（整数与字符串）、守卫、变量绑定、通配；既可作语句也可作表达式；自上而下、不贯穿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管道 |&gt; 让数据处理从左往右读：x |&gt; f(a) 等价于 f(x, a)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默认参数在每次调用时求值（没有 Python 的“可变默认值共享”陷阱），可以引用前面的参数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命名参数同时用于函数和结构体构造，写错参数名会给出拼写建议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解释器架构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单遍编译 + 字节码虚拟机 + 标记清除 GC，C99 实现，无第三方依赖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源码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.gzg  UTF-8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词法分析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lexer.c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双语关键字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插值 / 自动分号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4632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6360" y="1645920"/>
            <a:ext cx="1965960" cy="1737360"/>
          </a:xfrm>
          <a:prstGeom prst="round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编译器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compiler.c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Pratt 解析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作用域 / 闭包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7804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8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字节码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chunk.c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76 条指令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常量池 / 行号表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50976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29800" y="1645920"/>
            <a:ext cx="1965960" cy="1737360"/>
          </a:xfrm>
          <a:prstGeom prst="round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虚拟机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vm.c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computed goto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调用帧 / 异常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memory.c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三色标记-清除 GC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字符串驻留池为弱引用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builtins.c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约 60 个全局函数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约 80 个内建方法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4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platform.c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Windows 宽字符路径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UTF-8 控制台 / 进程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02920" y="5532120"/>
          <a:ext cx="1115568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280160"/>
                <a:gridCol w="1097280"/>
                <a:gridCol w="1280160"/>
                <a:gridCol w="2194560"/>
                <a:gridCol w="1188720"/>
                <a:gridCol w="1280160"/>
                <a:gridCol w="17373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lexer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compiler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vm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builtins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object/table/value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memory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platform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1749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7897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编译器：一遍扫描直接生成字节码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不构建 AST；变量在编译期解析为栈槽 / upvalue / 全局下标，运行时不按名字查找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206240" cy="18288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931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fib(n) {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if n &lt; 2 { return n }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return fib(n - 1) + fib(n - 2)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463040"/>
            <a:ext cx="6766560" cy="48463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1554480"/>
            <a:ext cx="64922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gzg --dis fib.gzg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== fib ==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0000    2 GET_LOCAL            1        ← n 在栈槽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0002    | CONSTANT             0 '2'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0005    | LESS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0006    | POP_JUMP_IF_FALSE    6 -&gt; 12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0009    | GET_LOCAL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0011    | RETURN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0012    3 GET_GLOBAL          61 (fib)  ← 全局下标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0015    | GET_LOCAL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0017    | CONSTANT             1 '1'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0020    | SUB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0021    | CALL     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0023    | GET_GLOBAL          61 (fib)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0034    | ADD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0035    |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Pratt 解析：18 级优先级，** 右结合且高于一元负号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闭包：被捕获的局部变量离开作用域时 CLOSE_UPVALUE 搬到堆上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for i in a..b 编译成 FOR_PREP / FOR_RANGE / FOR_STEP 三条专用指令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match 每个模式 DUP 后比较，分支体执行前弹出 subject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虚拟机：值表示、调用约定与异常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16 字节带标签值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nil / bool / int64 / double / 对象指针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整数与浮点分开：7 // 2 精确为 3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11 种堆对象：字符串全部驻留，相等比较即比指针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零拷贝调用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实参已在栈上，新帧 slots 直接指向它们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闭包 + 参数个数匹配走内联快速路径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obj.m() 编译为 INVOKE，不创建绑定方法对象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computed goto 分派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dispatch[256] 标签地址表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每条指令末尾直接 goto 下一条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比 switch 少一次边界检查，分支预测更好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557784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4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异常：处理器栈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80560"/>
            <a:ext cx="5212080" cy="1691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TRY 登记 (调用深度, 栈顶, catch 地址)，END_TRY 注销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throw 时关闭将丢弃的 upvalue，恢复栈与帧，压入异常值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map/sort 等原生函数回调 GZG 函数时递归进入 run()；异常属于外层时先退出内层，因此能穿过任意层回调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return / break 跳出 try 时编译器补齐 END_TRY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94760"/>
            <a:ext cx="55321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94760"/>
            <a:ext cx="553212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7764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有序字典（同 CPython 3.7+）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80560"/>
            <a:ext cx="5166360" cy="1691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条目数组按插入顺序存放 + 开放寻址索引数组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删除留墓碑，条目区满且墓碑多时原地压缩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遍历顺序 = 插入顺序，print 结果可预测，便于测试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内存管理：三色标记-清除垃圾回收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标记根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值栈 / 调用帧 / upvalue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全局表 / 编译器 / 临时根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灰栈逐个出栈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叶子对象不入灰栈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清理驻留池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字符串池是弱引用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删掉未标记的串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清扫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遍历对象链表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释放未标记对象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15468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触发与调优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已分配字节数超过阈值时回收，阈值 = 存活量 × 2（最小 8MB）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--stats 输出 GC 次数、耗时、分配总量、堆峰值，用数据指导调优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正确性保证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规则：新对象在下一次分配前必须可达（先 push 到栈上）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make stress：-DGC_STRESS 编译，每次分配都触发完整 GC，再跑全部测试，输出必须完全一致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200400"/>
            <a:ext cx="5349240" cy="30175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291840"/>
            <a:ext cx="507492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--stats bench/cases/strings.gzg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[统计] 总耗时 0.574 秒；GC 15 次，共 0.207 秒（36.1%）；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累计分配 424.2 MB；堆峰值 60.4 MB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--stats bench/cases/fib.gzg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[统计] 总耗时 0.182 秒；GC 0 次，共 0.000 秒（0.0%）；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累计分配 0.0 MB；堆峰值 0.0 MB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fib / loop / nbody / methods 全程零堆分配：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数字是值类型，调用帧复用值栈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自动化测试：327 个黑盒测试，一个命令全部运行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测试脚本用 GZG 编写；运行器 tests/run_tests.gzg 本身也是 GZG 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12064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484632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tests/errors/div_zero.gzg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print("before")          # expect: before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x = 10 // 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expect-error: 整除的除数不能为 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tests/io/read_input.gzg  (+ read_input.in)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print(int(input()) * 2)  # expect: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# expect: 逐行比对 stdout；expect-error / expect-compile-error 校验 stderr 与退出码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同名 .in 文件作为标准输入；_ 开头的文件是被 import 的模块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测试按特性分目录，黑盒编写：只依据语法文档，不看解释器源码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与文档不符的行为记录为 bug 并修复，而不是改测试迁就实现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463040"/>
          <a:ext cx="5760720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51560"/>
                <a:gridCol w="1828800"/>
                <a:gridCol w="105156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builtins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maps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errors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chinese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structs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operators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match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arrays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programs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lexer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stress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functions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closures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strings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types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smoke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0" y="4919472"/>
            <a:ext cx="57607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普通模式 327/327 通过，约 25 秒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GC 压力模式（每次分配都回收）全部通过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gcov 行覆盖率 94.4%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性能测试：GZG vs CPython 3.12.4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9 组功能相同的脚本，输出逐字校验一致；每项运行 5 次取中位数（含进程启动）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pic>
        <p:nvPicPr>
          <p:cNvPr id="7" name="Picture 6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949440" cy="3335731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206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60120"/>
                <a:gridCol w="1005840"/>
                <a:gridCol w="960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GZG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倍数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closure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0.169s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0.242s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1.43x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fib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0.213s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0.293s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1.38x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0.120s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0.451s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3.77x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methods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0.082s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1.82x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nbody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0.331s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0.519s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quicksort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0.326s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0.612s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1.88x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sieve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0.479s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1.065s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2.22x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strings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0.561s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0.129s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0.23x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wordfreq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0.177s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0.237s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几何平均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1.44x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性能分析：快在哪里，慢在哪里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为什么多数场景比 CPython 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52120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整数与浮点是值类型，不需要堆分配和引用计数（CPython 每个 int 都是对象）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局部 / 全局变量在编译期解析成下标，运行时无字典查找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数值 for 循环用专用指令，不创建迭代器对象：loop 用例快 3.8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computed goto 分派 + 调用快速路径：fib 用例快 1.4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结构体字段是定长数组，方法调用 INVOKE 不创建绑定对象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532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3212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strings 用例为什么慢（根因与取舍）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20"/>
            <a:ext cx="51663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--stats 显示 GC 占 36%，累计分配 424MB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热点是 2 万次 s += "ab"：GZG 字符串不可变且驻留，每次拼接都复制整串，O(n²)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CPython 在引用计数为 1 时原地 realloc 追加，均摊 O(1)；关掉这个优化（多留一个引用）后 CPython 也要 0.15s，与 GZG 的 0.16s 相当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20 万个存活字符串让每次标记-清除扫描约 15ms；引用计数则无需扫描存活对象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已优化：拼接只复制一次 + 8 字节哈希，拼接段 0.63s → 0.16s；叶子对象不入灰栈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推荐写法 parts.push(x) + parts.join("")：20 万片段只需 8ms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给 AI 的开发文档：让编程 Agent 写对一门没见过的语言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583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.claude/skills/gzg/SKILL.md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Claude Code 技能：语法速览 + 18 条与 Python/JS 的差异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.claude/skills/gzg/reference.md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全部内建函数与方法（签名、返回值、边界行为）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.claude/skills/gzg/pitfalls.md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报错信息 → 原因 → 改法 对照表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AGENTS.md` / `CLAUDE.md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通用 Agent 入口：构建、测试、目录、修改规范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docs/GZG语法规则.md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完整规范与 EBNF，供深入查阅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188720"/>
            <a:ext cx="4480560" cy="5120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写法上的原则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先给能直接照抄的代码，再给规则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专门列出“与你熟悉的语言不同”的地方，因为 Agent 的错误几乎都来自迁移习惯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报错信息本身也是文档：解释器会提示 append→push、None→nil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鼓励用 gzg -e 实测，而不是猜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闭环验证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让一个全新的 Agent 只读这三份文档开发 2048，记录每一次报错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根据开发记录修订文档（见下一页）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Agent 开发的应用：终端 2048 + Expectimax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一个只读过 Skill 文档、没看过解释器源码的 Agent 独立开发：925 行 GZG，5 次阶段性提交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754880" cy="475488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44805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apps/game2048/main.gzg --auto --fast --seed 3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16384 | 4096  |  512  |   2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2048  | 1024  |  256  |   8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 128  |  64   |  32   |   4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  4   |   8   |  16   |   2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最终分数: 290724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最大块: 16384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步数: 11239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结果: 胜利（达成 2048）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612648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4 个模块用 import 组织：board（纯逻辑）、ai、ui、main，另有 62 项断言的单元测试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交互：wasd / 方向词 / 中文“上下左右”，多步撤销、重来、帮助，ANSI 256 色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AI：Expectimax，按空格数调整深度；线评估缓存 + 置换表，每步 1.3s → 0.13s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6 个种子全部达成 2048：最差 4096，最好 16384（seed 3，290724 分）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--seed 固定随机数，moves.txt 重放两次输出逐字节相同；输入结束时正常退出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开发报错仅 2 次（语法 1、逻辑 1），另发现 1 个解释器 bug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开发记录：Agent 踩了哪些坑，文档因此改了什么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 遇到的问题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改进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Python 习惯写了 a if c else b，报“实参列表缺少 ')'”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文档没写“没有这种写法”；报错没给出改法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 4 写明只有 c ? a : b；编译器直接提示改写并抑制连带错误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文档没提 import，只能靠试验摸清语法与路径规则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Skill 文档遗漏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新增规则 16：路径相对于写 import 的文件、无 as、只执行一次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文件读写路径相对工作目录，与 import 不一致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两种路径基准未说明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新增规则 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不确定函数里给顶层变量赋值是否是改全局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 3 只说了 let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 3 补充：直接赋值即修改全局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第一版 AI 每步 1.3 秒，靠自测微基准定位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缺少“哪些操作贵”的指引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新增“性能提示”一节（整数键、copy、join）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结构体内语法错误后进程卡死不退出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解释器 bug（测试 Agent 也独立发现）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编译器出错后跳到下一个成员，已加回归测试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全程使用修订前的文档，报错仅 2 次；Agent 指出的 4 处文档缺失已全部补进 SKILL.md（15 条 → 18 条规则 + 性能提示）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工程过程：Git 历史与分工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6949440" cy="5120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667512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dc49d3d feat: GZG 解释器核心——词法分析、单遍编译器、字节码虚拟机、标记清除 GC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762b882 docs: 语法规则文档；bench: 9 组 GZG/Python 对照性能用例；perf: 字符串拼接只拷贝一次、按…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685ad41 feat: 内建函数库与平台层；tests: GZG 编写的测试运行器；docs: 开发指南与 Agent 技能文档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27cbc17 2048：棋盘纯逻辑（移动合并、生成新块、胜负判断、撤销历史）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cb72b3b 2048：棋盘单元测试（合并规则、四方向、无效移动、判负判胜、撤销）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0e83662 feat: --stats 显示 GC 统计；perf: 叶子对象不入灰栈、最小 GC 阈值 8MB；docs: REA…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ff5383b docs: PPT 生成脚本（python-pptx，数据取自测试与性能结果）；示例对齐修正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e38dd04 fix: 黑盒测试发现的 6 个问题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c403dfc tests: 321 个黑盒测试（18 个分类）；fix: 深层回调与 to_str 递归的 C 栈溢出、深比较与打印的…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805fbd7 tests: .in 输入文件不做换行符转换（保留 CRLF 用例）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30d067f tests: 新增 cli 分类（--version/--help/-e/--dis/--tokens/--stats/…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a679ed3 docs: 补充测试中发现的模糊语义（fmt 舍入、区间显示与 in、移位位数、插值中的花括号、遮蔽规则等）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2bf9c7c 2048：交互界面（ANSI 上色、命令解析、撤销/重来/帮助、最高分文件、moves.txt 重放）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1dca9e8 tests: 运行器跳过 _ 开头的目录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9421e18 2048：expectimax AI（线评估缓存、置换表、按空格数调整深度）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0042b1c docs+fix: 根据 2048 Agent 的开发记录改进文档与报错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e7c7227 2048：README、AI 跑分脚本、开发记录（6 局跑分、评估与报错统计）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19b9bb5 bench: 最终性能测试结果（几何平均快 1.44 倍）与报告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88720"/>
            <a:ext cx="4114800" cy="5120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开发方式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先写头文件确定接口，再并行开发：核心（词法/编译/虚拟机）与内建函数库分头实现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黑盒测试由独立的 Agent 只依据文档编写，发现的不一致回到解释器修复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2048 由另一个只读过 Skill 文档的 Agent 开发，按阶段提交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质量手段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全部测试 + GC 压力模式双跑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gcov 行覆盖率 94.4%（5043 行可执行代码）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性能对比先校验输出一致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语言：双语关键字、插值、match、管道、命名参数、严格结构体，报错会“教你改”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实现：7,897 行 C99，单遍编译 + computed goto 虚拟机 + 标记清除 GC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测试：327 个黑盒测试一键运行，GC 压力模式与覆盖率统计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性能：9 组用例几何平均比 CPython 快 1.44 倍，弱项有根因分析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AI：Skill 文档让新 Agent 独立写出 925 行的 2048 + AI，开发记录反哺文档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A33D"/>
                </a:solidFill>
                <a:latin typeface="Microsoft YaHei"/>
                <a:ea typeface="Microsoft YaHei"/>
                <a:cs typeface="Microsoft YaHei"/>
              </a:rPr>
              <a:t>谢谢！欢迎提问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